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migrantportal.com/signup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7A8A">
              <a:alpha val="20000"/>
            </a:srgbClr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2011680" cy="2011680"/>
          </a:xfrm>
          <a:prstGeom prst="ellipse">
            <a:avLst/>
          </a:prstGeom>
          <a:solidFill>
            <a:srgbClr val="009DA5">
              <a:alpha val="15000"/>
            </a:srgbClr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09DA5"/>
                </a:solidFill>
              </a:rPr>
              <a:t>PARTNER PRESENTATION  ·  2026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</a:t>
            </a:r>
            <a:pPr indent="0" marL="0">
              <a:buNone/>
            </a:pPr>
            <a:r>
              <a:rPr lang="en-US" sz="5200" b="1" dirty="0">
                <a:solidFill>
                  <a:srgbClr val="00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ADD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Help Meets Hope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4114800" cy="0"/>
          </a:xfrm>
          <a:prstGeom prst="line">
            <a:avLst/>
          </a:prstGeom>
          <a:noFill/>
          <a:ln w="19050">
            <a:solidFill>
              <a:srgbClr val="009D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560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migrant families in crisis with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B0C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 and nonprofits ready to respond.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8A8F"/>
                </a:solidFill>
              </a:rPr>
              <a:t>Nirmal Samuel, Founder  ·  hello@migrantportal.com  ·  migrantportal.com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2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DA5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arrives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nothing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hope.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320040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DD0"/>
                </a:solidFill>
              </a:rPr>
              <a:t>Every day, migrant families arrive in American cities exhausted, disoriented, and invisible to the systems meant to help them.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59436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594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6035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food or shelter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914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DF"/>
                </a:solidFill>
              </a:rPr>
              <a:t>Families arrive with nothing and no local contacts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06440" y="2020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bridge to help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DF"/>
                </a:solidFill>
              </a:rPr>
              <a:t>Churches and nonprofits want to help but can't find them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3429000"/>
            <a:ext cx="457200" cy="4572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6440" y="3438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system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DDDF"/>
                </a:solidFill>
              </a:rPr>
              <a:t>Resources exist — connection is missing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6B70"/>
                </a:solidFill>
              </a:rPr>
              <a:t>migrantportal.com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migrantportal.com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A8A"/>
                </a:solidFill>
              </a:rPr>
              <a:t>Where Help Meets Hope  ·  MigrantPortal Foundation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EEEF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8404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MigrantPortal closes the gap.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free platform that connects migrant families in crisis with churches, volunteers, and nonprofits in their city.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3200400" cy="0"/>
          </a:xfrm>
          <a:prstGeom prst="line">
            <a:avLst/>
          </a:prstGeom>
          <a:noFill/>
          <a:ln w="19050">
            <a:solidFill>
              <a:srgbClr val="009D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487168"/>
            <a:ext cx="201168" cy="20116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Free for families, volunteers &amp; organizations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44368"/>
            <a:ext cx="201168" cy="20116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077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Needs submitted in minutes, in any language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201168" cy="20116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3649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Responses within hours — not weeks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58768"/>
            <a:ext cx="201168" cy="20116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8221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Orgs track impact and coordinate at scale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3749040" cy="3291840"/>
          </a:xfrm>
          <a:prstGeom prst="rect">
            <a:avLst/>
          </a:prstGeom>
          <a:solidFill>
            <a:srgbClr val="172936"/>
          </a:solidFill>
          <a:ln w="12700">
            <a:solidFill>
              <a:srgbClr val="17293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25880"/>
            <a:ext cx="73152" cy="329184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9D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029200" y="2103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family arrives with nothing but hope. We built MigrantPortal so that hope has somewhere to land.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3657600"/>
            <a:ext cx="2286000" cy="0"/>
          </a:xfrm>
          <a:prstGeom prst="line">
            <a:avLst/>
          </a:prstGeom>
          <a:noFill/>
          <a:ln w="12700">
            <a:solidFill>
              <a:srgbClr val="009D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7490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BFC4"/>
                </a:solidFill>
              </a:rPr>
              <a:t>Nirmal Samuel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BFC4"/>
                </a:solidFill>
              </a:rPr>
              <a:t>Founder, MigrantPortal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migrantportal.com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A8A"/>
                </a:solidFill>
              </a:rPr>
              <a:t>Where Help Meets Hope  ·  MigrantPortal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A8A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by design.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Powerful by community.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1892808"/>
            <a:ext cx="548640" cy="54864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A8A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" y="25328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Family Submits a Need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" y="2926080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Migrants submit needs in their language — food, shelter, medical, legal, translation.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16916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1892808"/>
            <a:ext cx="548640" cy="54864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A8A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02152" y="25328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A Neighbor Responds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02152" y="2926080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Local volunteers and partner orgs see the need and respond. Real people. Within hours.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1691640"/>
            <a:ext cx="24688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1892808"/>
            <a:ext cx="548640" cy="548640"/>
          </a:xfrm>
          <a:prstGeom prst="ellipse">
            <a:avLst/>
          </a:prstGeom>
          <a:solidFill>
            <a:srgbClr val="E6F7F8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A8A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36792" y="25328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Community Grows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36792" y="2926080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</a:rPr>
              <a:t>Every need fulfilled is a story of dignity restored. Organizations track impact at scale.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90088" y="2697480"/>
            <a:ext cx="27432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35808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DA5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24728" y="2697480"/>
            <a:ext cx="27432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70448" y="25420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9DA5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EEEF"/>
                </a:solidFill>
              </a:rPr>
              <a:t>REAL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number is a real family.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920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F7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280160"/>
            <a:ext cx="1920240" cy="6400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Families Helped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280160"/>
            <a:ext cx="1920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F7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71800" y="1280160"/>
            <a:ext cx="1920240" cy="6400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13898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9718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Community Responders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1280160"/>
            <a:ext cx="1920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F7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40680" y="1280160"/>
            <a:ext cx="1920240" cy="6400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13898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44068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Needs Fulfilled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280160"/>
            <a:ext cx="19202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6F7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1280160"/>
            <a:ext cx="1920240" cy="64008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98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7208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Partner Orgs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834640"/>
            <a:ext cx="8138160" cy="0"/>
          </a:xfrm>
          <a:prstGeom prst="line">
            <a:avLst/>
          </a:prstGeom>
          <a:noFill/>
          <a:ln w="12700">
            <a:solidFill>
              <a:srgbClr val="2A4A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17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ADD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“Where Help Meets Hope.”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02920" y="379476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B70"/>
                </a:solidFill>
              </a:rPr>
              <a:t>MigrantPortal Foundation  ·  501(c)(3) in formation  ·  migrantportal.com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migrantportal.com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A8A"/>
                </a:solidFill>
              </a:rPr>
              <a:t>Where Help Meets Hope  ·  MigrantPortal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A8A"/>
                </a:solidFill>
              </a:rPr>
              <a:t>WHO WE SERVE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communities. One platform.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371600"/>
            <a:ext cx="64008" cy="137160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Navigators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3042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Migrants submitting needs — food, shelter, medical, legal, translation.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371600"/>
            <a:ext cx="64008" cy="1371600"/>
          </a:xfrm>
          <a:prstGeom prst="rect">
            <a:avLst/>
          </a:prstGeom>
          <a:solidFill>
            <a:srgbClr val="FF6129"/>
          </a:solidFill>
          <a:ln w="12700">
            <a:solidFill>
              <a:srgbClr val="FF61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Responders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042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Volunteers giving time, skills, or resources to help a real family.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371600"/>
            <a:ext cx="64008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20299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Organizations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230428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Churches &amp; nonprofits coordinating response and tracking impact.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926080"/>
            <a:ext cx="64008" cy="137160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⛪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5800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Faith Communities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3858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Churches answering the call to love their neighbors — practically.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9184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91840" y="2926080"/>
            <a:ext cx="64008" cy="1371600"/>
          </a:xfrm>
          <a:prstGeom prst="rect">
            <a:avLst/>
          </a:prstGeom>
          <a:solidFill>
            <a:srgbClr val="FF6129"/>
          </a:solidFill>
          <a:ln w="12700">
            <a:solidFill>
              <a:srgbClr val="FF612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474720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Ethnic Communities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3858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Diaspora networks bridging new arrivals with local resources.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35040" y="29260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926080"/>
            <a:ext cx="64008" cy="1371600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📣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217920" y="35844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Advocates &amp; Donors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17920" y="385876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Funders &amp; advocates enabling systemic, dignified change.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migrantportal.com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A8A"/>
                </a:solidFill>
              </a:rPr>
              <a:t>Where Help Meets Hope  ·  MigrantPortal Foundation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72936"/>
          </a:solidFill>
          <a:ln w="12700">
            <a:solidFill>
              <a:srgbClr val="172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28600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9260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B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 hours per week.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B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staff.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B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new programs.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7AB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compassion, activated.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438912"/>
            <a:ext cx="320040" cy="320040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438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438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Free 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731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See needs in your city. Respond to what fits your capacity.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1920" y="1124712"/>
            <a:ext cx="48463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0" y="1307592"/>
            <a:ext cx="320040" cy="320040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1307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0" y="1307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Post opportunities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1600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Share volunteer openings and connect your congregation to the mission.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1993392"/>
            <a:ext cx="48463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2176272"/>
            <a:ext cx="320040" cy="320040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21762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Track impact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0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Monthly reports showing exactly what your community accomplished.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31920" y="2862072"/>
            <a:ext cx="48463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0" y="3044952"/>
            <a:ext cx="320040" cy="320040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044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044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Grow your network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3337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Connect with other partner organizations across your city.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31920" y="3730752"/>
            <a:ext cx="484632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31920" y="3913632"/>
            <a:ext cx="320040" cy="320040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0" y="3913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389120" y="39136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936"/>
                </a:solidFill>
              </a:rPr>
              <a:t>Tell the story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Real impact data to share with your board, donors, and congregation.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9D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-274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007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8EEEF"/>
                </a:solidFill>
              </a:rPr>
              <a:t>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mother and her two children arrived in Kansas City with nothing. No food. No contacts. No idea where to turn.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EE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She found MigrantPortal and submitted a need.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C8EE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hours later, a local church showed up with groceries, a warm coat for her daughter, and a phone number to call if she needed anything else.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45720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3832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is MigrantPortal.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8EE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Help Meets Hope.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73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migrantportal.com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48737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A8A"/>
                </a:solidFill>
              </a:rPr>
              <a:t>Where Help Meets Hope  ·  MigrantPortal Foundation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7A8A"/>
                </a:solidFill>
              </a:rPr>
              <a:t>JOIN US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72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Organization.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572000" cy="0"/>
          </a:xfrm>
          <a:prstGeom prst="line">
            <a:avLst/>
          </a:prstGeom>
          <a:noFill/>
          <a:ln w="25400">
            <a:solidFill>
              <a:srgbClr val="009D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31720"/>
            <a:ext cx="292608" cy="29260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2313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936"/>
                </a:solidFill>
              </a:rPr>
              <a:t>Sign up free at migrantportal.com/signup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292608" cy="29260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98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8803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936"/>
                </a:solidFill>
              </a:rPr>
              <a:t>Set up your organization profile — takes 15 minutes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465576"/>
            <a:ext cx="292608" cy="292608"/>
          </a:xfrm>
          <a:prstGeom prst="ellipse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344728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72936"/>
                </a:solidFill>
              </a:rPr>
              <a:t>Start responding to needs in your city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560320" cy="54864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>
            <a:hlinkClick r:id="rId1" tooltip=""/>
          </p:cNvPr>
          <p:cNvSpPr/>
          <p:nvPr/>
        </p:nvSpPr>
        <p:spPr>
          <a:xfrm>
            <a:off x="5486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 Started Free 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40873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Questions? Email us at hello@migrantportal.com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9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9DA5"/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0D7A8A">
              <a:alpha val="15000"/>
            </a:srgbClr>
          </a:solidFill>
          <a:ln w="12700">
            <a:solidFill>
              <a:srgbClr val="009D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9DA5"/>
                </a:solidFill>
              </a:rPr>
              <a:t>THANK YOU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Migrant</a:t>
            </a:r>
            <a:pPr indent="0" marL="0">
              <a:buNone/>
            </a:pPr>
            <a:r>
              <a:rPr lang="en-US" sz="4800" b="1" dirty="0">
                <a:solidFill>
                  <a:srgbClr val="009D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ADD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Help Meets Hope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114800" cy="0"/>
          </a:xfrm>
          <a:prstGeom prst="line">
            <a:avLst/>
          </a:prstGeom>
          <a:noFill/>
          <a:ln w="19050">
            <a:solidFill>
              <a:srgbClr val="009D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DA5"/>
                </a:solidFill>
              </a:rPr>
              <a:t>Website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20240" y="2423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0"/>
                </a:solidFill>
              </a:rPr>
              <a:t>migrantportal.com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986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DA5"/>
                </a:solidFill>
              </a:rPr>
              <a:t>Email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28986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0"/>
                </a:solidFill>
              </a:rPr>
              <a:t>hello@migrantportal.com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741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DA5"/>
                </a:solidFill>
              </a:rPr>
              <a:t>Partner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3741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0"/>
                </a:solidFill>
              </a:rPr>
              <a:t>migrantportal.com/signup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8496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DA5"/>
                </a:solidFill>
              </a:rPr>
              <a:t>Press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38496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DD0"/>
                </a:solidFill>
              </a:rPr>
              <a:t>migrantportal.com/press-kit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5F68"/>
                </a:solidFill>
              </a:rPr>
              <a:t>501(c)(3) nonprofit in formation  ·  Kansas City, MO  ·  Serving KC · Houston · Chicago · Phoenix · LA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MigrantPortal — Where Help Meets Hope</dc:title>
  <dc:subject>PptxGenJS Presentation</dc:subject>
  <dc:creator>Nirmal Samuel</dc:creator>
  <cp:lastModifiedBy>Nirmal Samuel</cp:lastModifiedBy>
  <cp:revision>1</cp:revision>
  <dcterms:created xsi:type="dcterms:W3CDTF">2026-04-14T23:23:18Z</dcterms:created>
  <dcterms:modified xsi:type="dcterms:W3CDTF">2026-04-14T23:23:18Z</dcterms:modified>
</cp:coreProperties>
</file>